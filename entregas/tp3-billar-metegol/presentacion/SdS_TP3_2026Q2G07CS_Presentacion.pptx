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1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microsoft.com/office/2007/relationships/media" Target="../media/media2.mp4"/><Relationship Id="rId4" Type="http://schemas.openxmlformats.org/officeDocument/2006/relationships/video" Target="../media/media2.mp4"/><Relationship Id="rId5" Type="http://schemas.openxmlformats.org/officeDocument/2006/relationships/image" Target="../media/image2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anim-goles-vacia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762000" y="1333500"/>
            <a:ext cx="5549900" cy="44005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anim-goles-elegida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762000" y="1333500"/>
            <a:ext cx="5549900" cy="44005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