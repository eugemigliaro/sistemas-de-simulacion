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nim-goles-vacia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0" y="1333500"/>
            <a:ext cx="5549900" cy="4400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nim-goles-elegida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0" y="1333500"/>
            <a:ext cx="5549900" cy="4400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