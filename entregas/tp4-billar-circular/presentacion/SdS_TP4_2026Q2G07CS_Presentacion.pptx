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ensida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2800" y="1371600"/>
            <a:ext cx="7689850" cy="4273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osic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0" y="1924050"/>
            <a:ext cx="7791450" cy="2889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apidez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19300" y="1371600"/>
            <a:ext cx="5270500" cy="4273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