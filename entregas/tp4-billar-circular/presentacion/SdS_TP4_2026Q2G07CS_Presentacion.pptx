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densidad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12800" y="1377950"/>
            <a:ext cx="7689850" cy="4273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osicio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2000" y="1930400"/>
            <a:ext cx="7791450" cy="28892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rapidez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019300" y="1377950"/>
            <a:ext cx="5270500" cy="4273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