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'1.0' encoding='utf-8'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presProps" Target="presProps.xml" /><Relationship Id="rId3" Type="http://schemas.openxmlformats.org/officeDocument/2006/relationships/viewProps" Target="viewProps.xml" /><Relationship Id="rId4" Type="http://schemas.openxmlformats.org/officeDocument/2006/relationships/theme" Target="theme/theme1.xml" /><Relationship Id="rId5" Type="http://schemas.openxmlformats.org/officeDocument/2006/relationships/tableStyles" Target="tableStyles.xml" /><Relationship Id="rId7" Type="http://schemas.openxmlformats.org/officeDocument/2006/relationships/slide" Target="slides/slide1.xml" /><Relationship Id="rId8" Type="http://schemas.openxmlformats.org/officeDocument/2006/relationships/slide" Target="slides/slide2.xml" /><Relationship Id="rId9" Type="http://schemas.openxmlformats.org/officeDocument/2006/relationships/slide" Target="slides/slide3.xml" /><Relationship Id="rId10" Type="http://schemas.openxmlformats.org/officeDocument/2006/relationships/slide" Target="slides/slide4.xml" /><Relationship Id="rId11" Type="http://schemas.openxmlformats.org/officeDocument/2006/relationships/slide" Target="slides/slide5.xml" /><Relationship Id="rId12" Type="http://schemas.openxmlformats.org/officeDocument/2006/relationships/slide" Target="slides/slide6.xml" /><Relationship Id="rId13" Type="http://schemas.openxmlformats.org/officeDocument/2006/relationships/slide" Target="slides/slide7.xml" /><Relationship Id="rId14" Type="http://schemas.openxmlformats.org/officeDocument/2006/relationships/slide" Target="slides/slide8.xml" /><Relationship Id="rId15" Type="http://schemas.openxmlformats.org/officeDocument/2006/relationships/slide" Target="slides/slide9.xml" /><Relationship Id="rId16" Type="http://schemas.openxmlformats.org/officeDocument/2006/relationships/slide" Target="slides/slide10.xml" /><Relationship Id="rId17" Type="http://schemas.openxmlformats.org/officeDocument/2006/relationships/slide" Target="slides/slide11.xml" /><Relationship Id="rId18" Type="http://schemas.openxmlformats.org/officeDocument/2006/relationships/slide" Target="slides/slide12.xml" /><Relationship Id="rId19" Type="http://schemas.openxmlformats.org/officeDocument/2006/relationships/slide" Target="slides/slide13.xml" /><Relationship Id="rId20" Type="http://schemas.openxmlformats.org/officeDocument/2006/relationships/slide" Target="slides/slide14.xml" /><Relationship Id="rId21" Type="http://schemas.openxmlformats.org/officeDocument/2006/relationships/slide" Target="slides/slide15.xml" /><Relationship Id="rId22" Type="http://schemas.openxmlformats.org/officeDocument/2006/relationships/slide" Target="slides/slide16.xml" /><Relationship Id="rId23" Type="http://schemas.openxmlformats.org/officeDocument/2006/relationships/slide" Target="slides/slide17.xml" /><Relationship Id="rId24" Type="http://schemas.openxmlformats.org/officeDocument/2006/relationships/slide" Target="slides/slide18.xml" /><Relationship Id="rId25" Type="http://schemas.openxmlformats.org/officeDocument/2006/relationships/slide" Target="slides/slide19.xml" /><Relationship Id="rId26" Type="http://schemas.openxmlformats.org/officeDocument/2006/relationships/slide" Target="slides/slide20.xml" /><Relationship Id="rId27" Type="http://schemas.openxmlformats.org/officeDocument/2006/relationships/slide" Target="slides/slide21.xml" /><Relationship Id="rId28" Type="http://schemas.openxmlformats.org/officeDocument/2006/relationships/slide" Target="slides/slide22.xml" /><Relationship Id="rId29" Type="http://schemas.openxmlformats.org/officeDocument/2006/relationships/slide" Target="slides/slide23.xml" /><Relationship Id="rId30" Type="http://schemas.openxmlformats.org/officeDocument/2006/relationships/slide" Target="slides/slide24.xml" /><Relationship Id="rId31" Type="http://schemas.openxmlformats.org/officeDocument/2006/relationships/slide" Target="slides/slide25.xml" /><Relationship Id="rId32" Type="http://schemas.openxmlformats.org/officeDocument/2006/relationships/slide" Target="slides/slide26.xml" /><Relationship Id="rId33" Type="http://schemas.openxmlformats.org/officeDocument/2006/relationships/slide" Target="slides/slide27.xml" /><Relationship Id="rId34" Type="http://schemas.openxmlformats.org/officeDocument/2006/relationships/slide" Target="slides/slide28.xml" /><Relationship Id="rId35" Type="http://schemas.openxmlformats.org/officeDocument/2006/relationships/slide" Target="slides/slide29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.png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.png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3.png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4.png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5.png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6.png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7.png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8.png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9.png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0.png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1.png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2.png" /><Relationship Id="rId3" Type="http://schemas.microsoft.com/office/2007/relationships/media" Target="../media/energia.mp4" /><Relationship Id="rId4" Type="http://schemas.openxmlformats.org/officeDocument/2006/relationships/video" Target="../media/energia.mp4" /><Relationship Id="rId5" Type="http://schemas.openxmlformats.org/officeDocument/2006/relationships/image" Target="../media/energia-poster.png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3.png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4.png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5.png" /><Relationship Id="rId3" Type="http://schemas.microsoft.com/office/2007/relationships/media" Target="../media/rendimiento.mp4" /><Relationship Id="rId4" Type="http://schemas.openxmlformats.org/officeDocument/2006/relationships/video" Target="../media/rendimiento.mp4" /><Relationship Id="rId5" Type="http://schemas.openxmlformats.org/officeDocument/2006/relationships/image" Target="../media/rendimiento-poster.png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6.png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7.png" /><Relationship Id="rId3" Type="http://schemas.microsoft.com/office/2007/relationships/media" Target="../media/posicion.mp4" /><Relationship Id="rId4" Type="http://schemas.openxmlformats.org/officeDocument/2006/relationships/video" Target="../media/posicion.mp4" /><Relationship Id="rId5" Type="http://schemas.openxmlformats.org/officeDocument/2006/relationships/image" Target="../media/posicion-poster.png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8.png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9.png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0.png" /><Relationship Id="rId3" Type="http://schemas.microsoft.com/office/2007/relationships/media" Target="../media/rapidez.mp4" /><Relationship Id="rId4" Type="http://schemas.openxmlformats.org/officeDocument/2006/relationships/video" Target="../media/rapidez.mp4" /><Relationship Id="rId5" Type="http://schemas.openxmlformats.org/officeDocument/2006/relationships/image" Target="../media/rapidez-poster.png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1.png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2.png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3.png" /><Relationship Id="rId3" Type="http://schemas.microsoft.com/office/2007/relationships/media" Target="../media/densidad.mp4" /><Relationship Id="rId4" Type="http://schemas.openxmlformats.org/officeDocument/2006/relationships/video" Target="../media/densidad.mp4" /><Relationship Id="rId5" Type="http://schemas.openxmlformats.org/officeDocument/2006/relationships/image" Target="../media/densidad-poster.png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4.png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5.png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6.png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7.png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8.png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9.png"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3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4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5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6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7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8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9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0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1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2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energia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81300" y="1727200"/>
            <a:ext cx="3860800" cy="3321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3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4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5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rendimiento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0900" y="1727200"/>
            <a:ext cx="7715250" cy="3321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6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7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osicion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1917700"/>
            <a:ext cx="7899400" cy="28384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8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9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0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rapidez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81300" y="1727200"/>
            <a:ext cx="3860800" cy="3321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1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2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3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nsidad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0900" y="1727200"/>
            <a:ext cx="7715250" cy="3321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4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5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6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7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8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9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LaTeX Beamer y ensamblado OOXML</Application>
  <PresentationFormat>On-screen Show (16:9)</PresentationFormat>
  <Slides>29</Slides>
  <Notes>0</Notes>
</Properties>
</file>

<file path=docProps/core.xml><?xml version="1.0" encoding="utf-8"?>
<cp:coreProperties xmlns:cp="http://schemas.openxmlformats.org/package/2006/metadata/core-properties" xmlns:dc="http://purl.org/dc/elements/1.1/">
  <dc:title>TP4 - Dinámica molecular por paso temporal</dc:title>
  <dc:creator>Grupo 07 - Comisión S</dc:creator>
  <dc:description>Borrador para revisión; asistencia de IA declarada en la última diapositiva.</dc:description>
</cp:coreProperties>
</file>