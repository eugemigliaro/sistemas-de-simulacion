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9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2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9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2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9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2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9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2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9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2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9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2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9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2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9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2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9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2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254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254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r y fecha"/>
          <p:cNvSpPr txBox="1"/>
          <p:nvPr>
            <p:ph type="body" sz="quarter" idx="21" hasCustomPrompt="1"/>
          </p:nvPr>
        </p:nvSpPr>
        <p:spPr>
          <a:xfrm>
            <a:off x="6388100" y="10638688"/>
            <a:ext cx="11607801" cy="461060"/>
          </a:xfrm>
          <a:prstGeom prst="rect">
            <a:avLst/>
          </a:prstGeom>
        </p:spPr>
        <p:txBody>
          <a:bodyPr anchor="b"/>
          <a:lstStyle>
            <a:lvl1pPr defTabSz="594360">
              <a:defRPr sz="2304"/>
            </a:lvl1pPr>
          </a:lstStyle>
          <a:p>
            <a:pPr/>
            <a:r>
              <a:t>Autor y fecha</a:t>
            </a:r>
          </a:p>
        </p:txBody>
      </p:sp>
      <p:sp>
        <p:nvSpPr>
          <p:cNvPr id="12" name="Título de presentación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Título de presentación</a:t>
            </a:r>
          </a:p>
        </p:txBody>
      </p:sp>
      <p:sp>
        <p:nvSpPr>
          <p:cNvPr id="13" name="Nivel de texto 1…"/>
          <p:cNvSpPr txBox="1"/>
          <p:nvPr>
            <p:ph type="body" sz="quarter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Subtítulo de presentación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guacates y limones"/>
          <p:cNvSpPr/>
          <p:nvPr>
            <p:ph type="pic" idx="21"/>
          </p:nvPr>
        </p:nvSpPr>
        <p:spPr>
          <a:xfrm>
            <a:off x="5312833" y="1065306"/>
            <a:ext cx="17835652" cy="1068219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Título de presentación"/>
          <p:cNvSpPr txBox="1"/>
          <p:nvPr>
            <p:ph type="title" hasCustomPrompt="1"/>
          </p:nvPr>
        </p:nvSpPr>
        <p:spPr>
          <a:xfrm>
            <a:off x="6388100" y="7162800"/>
            <a:ext cx="11607800" cy="3302000"/>
          </a:xfrm>
          <a:prstGeom prst="rect">
            <a:avLst/>
          </a:prstGeom>
        </p:spPr>
        <p:txBody>
          <a:bodyPr/>
          <a:lstStyle/>
          <a:p>
            <a:pPr/>
            <a:r>
              <a:t>Título de presentación</a:t>
            </a:r>
          </a:p>
        </p:txBody>
      </p:sp>
      <p:sp>
        <p:nvSpPr>
          <p:cNvPr id="23" name="Nivel de texto 1…"/>
          <p:cNvSpPr txBox="1"/>
          <p:nvPr>
            <p:ph type="body" sz="quarter" idx="1" hasCustomPrompt="1"/>
          </p:nvPr>
        </p:nvSpPr>
        <p:spPr>
          <a:xfrm>
            <a:off x="6388100" y="10414000"/>
            <a:ext cx="11607800" cy="689769"/>
          </a:xfrm>
          <a:prstGeom prst="rect">
            <a:avLst/>
          </a:prstGeom>
        </p:spPr>
        <p:txBody>
          <a:bodyPr/>
          <a:lstStyle/>
          <a:p>
            <a:pPr/>
            <a:r>
              <a:t>Subtítulo de presentación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Autor y fecha"/>
          <p:cNvSpPr txBox="1"/>
          <p:nvPr>
            <p:ph type="body" sz="quarter" idx="22" hasCustomPrompt="1"/>
          </p:nvPr>
        </p:nvSpPr>
        <p:spPr>
          <a:xfrm>
            <a:off x="6388100" y="2552700"/>
            <a:ext cx="11607801" cy="461059"/>
          </a:xfrm>
          <a:prstGeom prst="rect">
            <a:avLst/>
          </a:prstGeom>
        </p:spPr>
        <p:txBody>
          <a:bodyPr/>
          <a:lstStyle>
            <a:lvl1pPr defTabSz="594360">
              <a:defRPr sz="2304"/>
            </a:lvl1pPr>
          </a:lstStyle>
          <a:p>
            <a:pPr/>
            <a:r>
              <a:t>Autor y fecha</a:t>
            </a:r>
          </a:p>
        </p:txBody>
      </p:sp>
      <p:sp>
        <p:nvSpPr>
          <p:cNvPr id="25" name="Número de diapositiva"/>
          <p:cNvSpPr txBox="1"/>
          <p:nvPr>
            <p:ph type="sldNum" sz="quarter" idx="2"/>
          </p:nvPr>
        </p:nvSpPr>
        <p:spPr>
          <a:xfrm>
            <a:off x="12018416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foto alterna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azón con tortas de salmón, ensalada y hummus "/>
          <p:cNvSpPr/>
          <p:nvPr>
            <p:ph type="pic" sz="quarter" idx="21"/>
          </p:nvPr>
        </p:nvSpPr>
        <p:spPr>
          <a:xfrm>
            <a:off x="11008729" y="2476499"/>
            <a:ext cx="7543801" cy="878005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Nivel de texto 1…"/>
          <p:cNvSpPr txBox="1"/>
          <p:nvPr>
            <p:ph type="body" sz="quarter" idx="1" hasCustomPrompt="1"/>
          </p:nvPr>
        </p:nvSpPr>
        <p:spPr>
          <a:xfrm>
            <a:off x="6388100" y="6985000"/>
            <a:ext cx="5105400" cy="4044566"/>
          </a:xfrm>
          <a:prstGeom prst="rect">
            <a:avLst/>
          </a:prstGeom>
        </p:spPr>
        <p:txBody>
          <a:bodyPr/>
          <a:lstStyle/>
          <a:p>
            <a:pPr/>
            <a:r>
              <a:t>Subtítulo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4" name="Título de diapositiva"/>
          <p:cNvSpPr txBox="1"/>
          <p:nvPr>
            <p:ph type="title" hasCustomPrompt="1"/>
          </p:nvPr>
        </p:nvSpPr>
        <p:spPr>
          <a:xfrm>
            <a:off x="6388100" y="2673734"/>
            <a:ext cx="5105400" cy="4387466"/>
          </a:xfrm>
          <a:prstGeom prst="rect">
            <a:avLst/>
          </a:prstGeom>
        </p:spPr>
        <p:txBody>
          <a:bodyPr/>
          <a:lstStyle>
            <a:lvl1pPr>
              <a:defRPr spc="-168" sz="8400"/>
            </a:lvl1pPr>
          </a:lstStyle>
          <a:p>
            <a:pPr/>
            <a:r>
              <a:t>Título de diapositiva</a:t>
            </a:r>
          </a:p>
        </p:txBody>
      </p:sp>
      <p:sp>
        <p:nvSpPr>
          <p:cNvPr id="35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viñe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Nivel de texto 1…"/>
          <p:cNvSpPr txBox="1"/>
          <p:nvPr>
            <p:ph type="body" sz="half" idx="1" hasCustomPrompt="1"/>
          </p:nvPr>
        </p:nvSpPr>
        <p:spPr>
          <a:xfrm>
            <a:off x="6388100" y="4940300"/>
            <a:ext cx="11607800" cy="6096000"/>
          </a:xfrm>
          <a:prstGeom prst="rect">
            <a:avLst/>
          </a:prstGeom>
        </p:spPr>
        <p:txBody>
          <a:bodyPr/>
          <a:lstStyle>
            <a:lvl1pPr marL="533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1pPr>
            <a:lvl2pPr marL="914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2pPr>
            <a:lvl3pPr marL="1295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3pPr>
            <a:lvl4pPr marL="1676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4pPr>
            <a:lvl5pPr marL="2057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5pPr>
          </a:lstStyle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3" name="Subtítulo de diapositiva"/>
          <p:cNvSpPr txBox="1"/>
          <p:nvPr>
            <p:ph type="body" sz="quarter" idx="21" hasCustomPrompt="1"/>
          </p:nvPr>
        </p:nvSpPr>
        <p:spPr>
          <a:xfrm>
            <a:off x="6388100" y="3394177"/>
            <a:ext cx="11607801" cy="671803"/>
          </a:xfrm>
          <a:prstGeom prst="rect">
            <a:avLst/>
          </a:prstGeom>
        </p:spPr>
        <p:txBody>
          <a:bodyPr/>
          <a:lstStyle>
            <a:lvl1pPr defTabSz="602615">
              <a:defRPr sz="3796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44" name="Título de diapositiva"/>
          <p:cNvSpPr txBox="1"/>
          <p:nvPr>
            <p:ph type="title" hasCustomPrompt="1"/>
          </p:nvPr>
        </p:nvSpPr>
        <p:spPr>
          <a:xfrm>
            <a:off x="6388100" y="2421466"/>
            <a:ext cx="11607800" cy="1016001"/>
          </a:xfrm>
          <a:prstGeom prst="rect">
            <a:avLst/>
          </a:prstGeom>
        </p:spPr>
        <p:txBody>
          <a:bodyPr anchor="t"/>
          <a:lstStyle>
            <a:lvl1pPr>
              <a:defRPr spc="-168" sz="8400"/>
            </a:lvl1pPr>
          </a:lstStyle>
          <a:p>
            <a:pPr/>
            <a:r>
              <a:t>Título de diapositiva</a:t>
            </a:r>
          </a:p>
        </p:txBody>
      </p:sp>
      <p:sp>
        <p:nvSpPr>
          <p:cNvPr id="45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iñe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Nivel de texto 1…"/>
          <p:cNvSpPr txBox="1"/>
          <p:nvPr>
            <p:ph type="body" sz="half" idx="1" hasCustomPrompt="1"/>
          </p:nvPr>
        </p:nvSpPr>
        <p:spPr>
          <a:xfrm>
            <a:off x="6388100" y="4940300"/>
            <a:ext cx="11607800" cy="6096000"/>
          </a:xfrm>
          <a:prstGeom prst="rect">
            <a:avLst/>
          </a:prstGeom>
        </p:spPr>
        <p:txBody>
          <a:bodyPr numCol="2" spcCol="589358"/>
          <a:lstStyle>
            <a:lvl1pPr marL="533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1pPr>
            <a:lvl2pPr marL="914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2pPr>
            <a:lvl3pPr marL="1295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3pPr>
            <a:lvl4pPr marL="1676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4pPr>
            <a:lvl5pPr marL="2057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5pPr>
          </a:lstStyle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, viñetas y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to de pasta pappardelle con mantequilla de perejil, avellanas tostadas y queso parmesano rallado"/>
          <p:cNvSpPr/>
          <p:nvPr>
            <p:ph type="pic" sz="quarter" idx="21"/>
          </p:nvPr>
        </p:nvSpPr>
        <p:spPr>
          <a:xfrm>
            <a:off x="11861800" y="2578100"/>
            <a:ext cx="6448425" cy="8597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1" name="Título de diapositiva"/>
          <p:cNvSpPr txBox="1"/>
          <p:nvPr>
            <p:ph type="title" hasCustomPrompt="1"/>
          </p:nvPr>
        </p:nvSpPr>
        <p:spPr>
          <a:xfrm>
            <a:off x="6388100" y="2425700"/>
            <a:ext cx="5105400" cy="1016000"/>
          </a:xfrm>
          <a:prstGeom prst="rect">
            <a:avLst/>
          </a:prstGeom>
        </p:spPr>
        <p:txBody>
          <a:bodyPr anchor="t"/>
          <a:lstStyle>
            <a:lvl1pPr>
              <a:defRPr spc="-168" sz="8400"/>
            </a:lvl1pPr>
          </a:lstStyle>
          <a:p>
            <a:pPr/>
            <a:r>
              <a:t>Título de diapositiva</a:t>
            </a:r>
          </a:p>
        </p:txBody>
      </p:sp>
      <p:sp>
        <p:nvSpPr>
          <p:cNvPr id="62" name="Subtítulo de diapositiva"/>
          <p:cNvSpPr txBox="1"/>
          <p:nvPr>
            <p:ph type="body" sz="quarter" idx="22" hasCustomPrompt="1"/>
          </p:nvPr>
        </p:nvSpPr>
        <p:spPr>
          <a:xfrm>
            <a:off x="6388100" y="3394177"/>
            <a:ext cx="5105400" cy="671803"/>
          </a:xfrm>
          <a:prstGeom prst="rect">
            <a:avLst/>
          </a:prstGeom>
        </p:spPr>
        <p:txBody>
          <a:bodyPr/>
          <a:lstStyle>
            <a:lvl1pPr defTabSz="553084">
              <a:defRPr sz="3484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63" name="Nivel de texto 1…"/>
          <p:cNvSpPr txBox="1"/>
          <p:nvPr>
            <p:ph type="body" sz="quarter" idx="1" hasCustomPrompt="1"/>
          </p:nvPr>
        </p:nvSpPr>
        <p:spPr>
          <a:xfrm>
            <a:off x="6388100" y="5461396"/>
            <a:ext cx="5105400" cy="5593161"/>
          </a:xfrm>
          <a:prstGeom prst="rect">
            <a:avLst/>
          </a:prstGeom>
        </p:spPr>
        <p:txBody>
          <a:bodyPr/>
          <a:lstStyle>
            <a:lvl1pPr marL="533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1pPr>
            <a:lvl2pPr marL="914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2pPr>
            <a:lvl3pPr marL="1295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3pPr>
            <a:lvl4pPr marL="1676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4pPr>
            <a:lvl5pPr marL="2057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5pPr>
          </a:lstStyle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4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, viñetas y video pequeñ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ítulo de diapositiva"/>
          <p:cNvSpPr txBox="1"/>
          <p:nvPr>
            <p:ph type="title" hasCustomPrompt="1"/>
          </p:nvPr>
        </p:nvSpPr>
        <p:spPr>
          <a:xfrm>
            <a:off x="6388100" y="2425700"/>
            <a:ext cx="5105400" cy="1016000"/>
          </a:xfrm>
          <a:prstGeom prst="rect">
            <a:avLst/>
          </a:prstGeom>
        </p:spPr>
        <p:txBody>
          <a:bodyPr anchor="t"/>
          <a:lstStyle>
            <a:lvl1pPr>
              <a:defRPr spc="-168" sz="8400"/>
            </a:lvl1pPr>
          </a:lstStyle>
          <a:p>
            <a:pPr/>
            <a:r>
              <a:t>Título de diapositiva</a:t>
            </a:r>
          </a:p>
        </p:txBody>
      </p:sp>
      <p:sp>
        <p:nvSpPr>
          <p:cNvPr id="72" name="Subtítulo de diapositiva"/>
          <p:cNvSpPr txBox="1"/>
          <p:nvPr>
            <p:ph type="body" sz="quarter" idx="21" hasCustomPrompt="1"/>
          </p:nvPr>
        </p:nvSpPr>
        <p:spPr>
          <a:xfrm>
            <a:off x="6388100" y="3394177"/>
            <a:ext cx="5105400" cy="671803"/>
          </a:xfrm>
          <a:prstGeom prst="rect">
            <a:avLst/>
          </a:prstGeom>
        </p:spPr>
        <p:txBody>
          <a:bodyPr/>
          <a:lstStyle>
            <a:lvl1pPr defTabSz="553084">
              <a:defRPr sz="3484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73" name="Nivel de texto 1…"/>
          <p:cNvSpPr txBox="1"/>
          <p:nvPr>
            <p:ph type="body" sz="quarter" idx="1" hasCustomPrompt="1"/>
          </p:nvPr>
        </p:nvSpPr>
        <p:spPr>
          <a:xfrm>
            <a:off x="6388100" y="5461396"/>
            <a:ext cx="5105400" cy="5593161"/>
          </a:xfrm>
          <a:prstGeom prst="rect">
            <a:avLst/>
          </a:prstGeom>
        </p:spPr>
        <p:txBody>
          <a:bodyPr/>
          <a:lstStyle>
            <a:lvl1pPr marL="533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1pPr>
            <a:lvl2pPr marL="914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2pPr>
            <a:lvl3pPr marL="1295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3pPr>
            <a:lvl4pPr marL="1676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4pPr>
            <a:lvl5pPr marL="2057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5pPr>
          </a:lstStyle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4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, viñetas y video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ítulo de diapositiva"/>
          <p:cNvSpPr txBox="1"/>
          <p:nvPr>
            <p:ph type="title" hasCustomPrompt="1"/>
          </p:nvPr>
        </p:nvSpPr>
        <p:spPr>
          <a:xfrm>
            <a:off x="6388100" y="2425700"/>
            <a:ext cx="5105400" cy="1016000"/>
          </a:xfrm>
          <a:prstGeom prst="rect">
            <a:avLst/>
          </a:prstGeom>
        </p:spPr>
        <p:txBody>
          <a:bodyPr anchor="t"/>
          <a:lstStyle>
            <a:lvl1pPr>
              <a:defRPr spc="-168" sz="8400"/>
            </a:lvl1pPr>
          </a:lstStyle>
          <a:p>
            <a:pPr/>
            <a:r>
              <a:t>Título de diapositiva</a:t>
            </a:r>
          </a:p>
        </p:txBody>
      </p:sp>
      <p:sp>
        <p:nvSpPr>
          <p:cNvPr id="82" name="Subtítulo de diapositiva"/>
          <p:cNvSpPr txBox="1"/>
          <p:nvPr>
            <p:ph type="body" sz="quarter" idx="21" hasCustomPrompt="1"/>
          </p:nvPr>
        </p:nvSpPr>
        <p:spPr>
          <a:xfrm>
            <a:off x="6388100" y="3394177"/>
            <a:ext cx="5105400" cy="671803"/>
          </a:xfrm>
          <a:prstGeom prst="rect">
            <a:avLst/>
          </a:prstGeom>
        </p:spPr>
        <p:txBody>
          <a:bodyPr/>
          <a:lstStyle>
            <a:lvl1pPr defTabSz="553084">
              <a:defRPr sz="3484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83" name="Nivel de texto 1…"/>
          <p:cNvSpPr txBox="1"/>
          <p:nvPr>
            <p:ph type="body" sz="quarter" idx="1" hasCustomPrompt="1"/>
          </p:nvPr>
        </p:nvSpPr>
        <p:spPr>
          <a:xfrm>
            <a:off x="6388100" y="5461396"/>
            <a:ext cx="5105400" cy="5593161"/>
          </a:xfrm>
          <a:prstGeom prst="rect">
            <a:avLst/>
          </a:prstGeom>
        </p:spPr>
        <p:txBody>
          <a:bodyPr/>
          <a:lstStyle>
            <a:lvl1pPr marL="533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1pPr>
            <a:lvl2pPr marL="914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2pPr>
            <a:lvl3pPr marL="1295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3pPr>
            <a:lvl4pPr marL="1676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4pPr>
            <a:lvl5pPr marL="2057400" indent="-533400" defTabSz="2438339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b="0" sz="4200"/>
            </a:lvl5pPr>
          </a:lstStyle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4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ítulo de sección"/>
          <p:cNvSpPr txBox="1"/>
          <p:nvPr>
            <p:ph type="title" hasCustomPrompt="1"/>
          </p:nvPr>
        </p:nvSpPr>
        <p:spPr>
          <a:xfrm>
            <a:off x="6388100" y="5207000"/>
            <a:ext cx="11607800" cy="3302000"/>
          </a:xfrm>
          <a:prstGeom prst="rect">
            <a:avLst/>
          </a:prstGeom>
        </p:spPr>
        <p:txBody>
          <a:bodyPr anchor="ctr"/>
          <a:lstStyle>
            <a:lvl1pPr>
              <a:defRPr b="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Título de sección</a:t>
            </a:r>
          </a:p>
        </p:txBody>
      </p:sp>
      <p:sp>
        <p:nvSpPr>
          <p:cNvPr id="92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ítulo de diapositiva"/>
          <p:cNvSpPr txBox="1"/>
          <p:nvPr>
            <p:ph type="title" hasCustomPrompt="1"/>
          </p:nvPr>
        </p:nvSpPr>
        <p:spPr>
          <a:xfrm>
            <a:off x="6388100" y="2421466"/>
            <a:ext cx="11607800" cy="1016001"/>
          </a:xfrm>
          <a:prstGeom prst="rect">
            <a:avLst/>
          </a:prstGeom>
        </p:spPr>
        <p:txBody>
          <a:bodyPr anchor="t"/>
          <a:lstStyle>
            <a:lvl1pPr>
              <a:defRPr spc="-168" sz="8400"/>
            </a:lvl1pPr>
          </a:lstStyle>
          <a:p>
            <a:pPr/>
            <a:r>
              <a:t>Título de diapositiva</a:t>
            </a:r>
          </a:p>
        </p:txBody>
      </p:sp>
      <p:sp>
        <p:nvSpPr>
          <p:cNvPr id="100" name="Subtítulo de diapositiva"/>
          <p:cNvSpPr txBox="1"/>
          <p:nvPr>
            <p:ph type="body" sz="quarter" idx="21" hasCustomPrompt="1"/>
          </p:nvPr>
        </p:nvSpPr>
        <p:spPr>
          <a:xfrm>
            <a:off x="6388100" y="3394177"/>
            <a:ext cx="11607801" cy="671803"/>
          </a:xfrm>
          <a:prstGeom prst="rect">
            <a:avLst/>
          </a:prstGeom>
        </p:spPr>
        <p:txBody>
          <a:bodyPr/>
          <a:lstStyle>
            <a:lvl1pPr defTabSz="602615">
              <a:defRPr sz="3796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101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ítulo de agenda"/>
          <p:cNvSpPr txBox="1"/>
          <p:nvPr>
            <p:ph type="title" hasCustomPrompt="1"/>
          </p:nvPr>
        </p:nvSpPr>
        <p:spPr>
          <a:xfrm>
            <a:off x="6388100" y="2425700"/>
            <a:ext cx="11607800" cy="1016000"/>
          </a:xfrm>
          <a:prstGeom prst="rect">
            <a:avLst/>
          </a:prstGeom>
        </p:spPr>
        <p:txBody>
          <a:bodyPr anchor="t"/>
          <a:lstStyle>
            <a:lvl1pPr>
              <a:defRPr spc="-168" sz="8400"/>
            </a:lvl1pPr>
          </a:lstStyle>
          <a:p>
            <a:pPr/>
            <a:r>
              <a:t>Título de agenda</a:t>
            </a:r>
          </a:p>
        </p:txBody>
      </p:sp>
      <p:sp>
        <p:nvSpPr>
          <p:cNvPr id="109" name="Subtítulo de agenda"/>
          <p:cNvSpPr txBox="1"/>
          <p:nvPr>
            <p:ph type="body" sz="quarter" idx="21" hasCustomPrompt="1"/>
          </p:nvPr>
        </p:nvSpPr>
        <p:spPr>
          <a:xfrm>
            <a:off x="6388100" y="3390900"/>
            <a:ext cx="11607801" cy="671802"/>
          </a:xfrm>
          <a:prstGeom prst="rect">
            <a:avLst/>
          </a:prstGeom>
        </p:spPr>
        <p:txBody>
          <a:bodyPr/>
          <a:lstStyle>
            <a:lvl1pPr defTabSz="602615">
              <a:defRPr sz="3796"/>
            </a:lvl1pPr>
          </a:lstStyle>
          <a:p>
            <a:pPr/>
            <a:r>
              <a:t>Subtítulo de agenda</a:t>
            </a:r>
          </a:p>
        </p:txBody>
      </p:sp>
      <p:sp>
        <p:nvSpPr>
          <p:cNvPr id="110" name="Nivel de texto 1…"/>
          <p:cNvSpPr txBox="1"/>
          <p:nvPr>
            <p:ph type="body" sz="half" idx="1" hasCustomPrompt="1"/>
          </p:nvPr>
        </p:nvSpPr>
        <p:spPr>
          <a:xfrm>
            <a:off x="6388100" y="4940300"/>
            <a:ext cx="11607800" cy="6096000"/>
          </a:xfrm>
          <a:prstGeom prst="rect">
            <a:avLst/>
          </a:prstGeom>
        </p:spPr>
        <p:txBody>
          <a:bodyPr/>
          <a:lstStyle>
            <a:lvl1pPr defTabSz="2438339">
              <a:lnSpc>
                <a:spcPct val="90000"/>
              </a:lnSpc>
              <a:spcBef>
                <a:spcPts val="1800"/>
              </a:spcBef>
              <a:defRPr b="0" spc="-52"/>
            </a:lvl1pPr>
            <a:lvl2pPr defTabSz="2438339">
              <a:lnSpc>
                <a:spcPct val="90000"/>
              </a:lnSpc>
              <a:spcBef>
                <a:spcPts val="1800"/>
              </a:spcBef>
              <a:defRPr b="0" spc="-52"/>
            </a:lvl2pPr>
            <a:lvl3pPr defTabSz="2438339">
              <a:lnSpc>
                <a:spcPct val="90000"/>
              </a:lnSpc>
              <a:spcBef>
                <a:spcPts val="1800"/>
              </a:spcBef>
              <a:defRPr b="0" spc="-52"/>
            </a:lvl3pPr>
            <a:lvl4pPr defTabSz="2438339">
              <a:lnSpc>
                <a:spcPct val="90000"/>
              </a:lnSpc>
              <a:spcBef>
                <a:spcPts val="1800"/>
              </a:spcBef>
              <a:defRPr b="0" spc="-52"/>
            </a:lvl4pPr>
            <a:lvl5pPr defTabSz="2438339">
              <a:lnSpc>
                <a:spcPct val="90000"/>
              </a:lnSpc>
              <a:spcBef>
                <a:spcPts val="1800"/>
              </a:spcBef>
              <a:defRPr b="0" spc="-52"/>
            </a:lvl5pPr>
          </a:lstStyle>
          <a:p>
            <a:pPr/>
            <a:r>
              <a:t>Temas de agenda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cl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Nivel de texto 1…"/>
          <p:cNvSpPr txBox="1"/>
          <p:nvPr>
            <p:ph type="body" sz="quarter" idx="1" hasCustomPrompt="1"/>
          </p:nvPr>
        </p:nvSpPr>
        <p:spPr>
          <a:xfrm>
            <a:off x="6388100" y="5549900"/>
            <a:ext cx="11607800" cy="2617788"/>
          </a:xfrm>
          <a:prstGeom prst="rect">
            <a:avLst/>
          </a:prstGeom>
        </p:spPr>
        <p:txBody>
          <a:bodyPr anchor="ctr"/>
          <a:lstStyle>
            <a:lvl1pPr algn="ctr" defTabSz="2438339">
              <a:lnSpc>
                <a:spcPct val="80000"/>
              </a:lnSpc>
              <a:defRPr b="0" spc="-228" sz="11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algn="ctr" defTabSz="2438339">
              <a:lnSpc>
                <a:spcPct val="80000"/>
              </a:lnSpc>
              <a:defRPr b="0" spc="-228" sz="11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algn="ctr" defTabSz="2438339">
              <a:lnSpc>
                <a:spcPct val="80000"/>
              </a:lnSpc>
              <a:defRPr b="0" spc="-228" sz="11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algn="ctr" defTabSz="2438339">
              <a:lnSpc>
                <a:spcPct val="80000"/>
              </a:lnSpc>
              <a:defRPr b="0" spc="-228" sz="11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algn="ctr" defTabSz="2438339">
              <a:lnSpc>
                <a:spcPct val="80000"/>
              </a:lnSpc>
              <a:defRPr b="0" spc="-228" sz="11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Declaración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ato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Información del dato"/>
          <p:cNvSpPr txBox="1"/>
          <p:nvPr>
            <p:ph type="body" sz="quarter" idx="21" hasCustomPrompt="1"/>
          </p:nvPr>
        </p:nvSpPr>
        <p:spPr>
          <a:xfrm>
            <a:off x="6388100" y="8191179"/>
            <a:ext cx="11607800" cy="671803"/>
          </a:xfrm>
          <a:prstGeom prst="rect">
            <a:avLst/>
          </a:prstGeom>
        </p:spPr>
        <p:txBody>
          <a:bodyPr/>
          <a:lstStyle>
            <a:lvl1pPr algn="ctr" defTabSz="1779987">
              <a:defRPr sz="3796"/>
            </a:lvl1pPr>
          </a:lstStyle>
          <a:p>
            <a:pPr/>
            <a:r>
              <a:t>Información del dato</a:t>
            </a:r>
          </a:p>
        </p:txBody>
      </p:sp>
      <p:sp>
        <p:nvSpPr>
          <p:cNvPr id="127" name="Nivel de texto 1…"/>
          <p:cNvSpPr txBox="1"/>
          <p:nvPr>
            <p:ph type="body" sz="quarter" idx="1" hasCustomPrompt="1"/>
          </p:nvPr>
        </p:nvSpPr>
        <p:spPr>
          <a:xfrm>
            <a:off x="6388100" y="2980266"/>
            <a:ext cx="11607800" cy="5210914"/>
          </a:xfrm>
          <a:prstGeom prst="rect">
            <a:avLst/>
          </a:prstGeom>
        </p:spPr>
        <p:txBody>
          <a:bodyPr anchor="b"/>
          <a:lstStyle>
            <a:lvl1pPr algn="ctr" defTabSz="2438339">
              <a:lnSpc>
                <a:spcPct val="80000"/>
              </a:lnSpc>
              <a:defRPr spc="-246" sz="24600"/>
            </a:lvl1pPr>
            <a:lvl2pPr algn="ctr" defTabSz="2438339">
              <a:lnSpc>
                <a:spcPct val="80000"/>
              </a:lnSpc>
              <a:defRPr spc="-246" sz="24600"/>
            </a:lvl2pPr>
            <a:lvl3pPr algn="ctr" defTabSz="2438339">
              <a:lnSpc>
                <a:spcPct val="80000"/>
              </a:lnSpc>
              <a:defRPr spc="-246" sz="24600"/>
            </a:lvl3pPr>
            <a:lvl4pPr algn="ctr" defTabSz="2438339">
              <a:lnSpc>
                <a:spcPct val="80000"/>
              </a:lnSpc>
              <a:defRPr spc="-246" sz="24600"/>
            </a:lvl4pPr>
            <a:lvl5pPr algn="ctr" defTabSz="2438339">
              <a:lnSpc>
                <a:spcPct val="80000"/>
              </a:lnSpc>
              <a:defRPr spc="-246" sz="246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8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Nivel de texto 1…"/>
          <p:cNvSpPr txBox="1"/>
          <p:nvPr>
            <p:ph type="body" sz="quarter" idx="1" hasCustomPrompt="1"/>
          </p:nvPr>
        </p:nvSpPr>
        <p:spPr>
          <a:xfrm>
            <a:off x="6426200" y="5702300"/>
            <a:ext cx="11531600" cy="2324100"/>
          </a:xfrm>
          <a:prstGeom prst="rect">
            <a:avLst/>
          </a:prstGeom>
        </p:spPr>
        <p:txBody>
          <a:bodyPr anchor="ctr"/>
          <a:lstStyle>
            <a:lvl1pPr marL="642937" indent="-482203" defTabSz="2438339">
              <a:lnSpc>
                <a:spcPct val="90000"/>
              </a:lnSpc>
              <a:defRPr b="0" spc="-168" sz="8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42937" indent="-25003" defTabSz="2438339">
              <a:lnSpc>
                <a:spcPct val="90000"/>
              </a:lnSpc>
              <a:defRPr b="0" spc="-168" sz="8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42937" indent="432196" defTabSz="2438339">
              <a:lnSpc>
                <a:spcPct val="90000"/>
              </a:lnSpc>
              <a:defRPr b="0" spc="-168" sz="8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42937" indent="889396" defTabSz="2438339">
              <a:lnSpc>
                <a:spcPct val="90000"/>
              </a:lnSpc>
              <a:defRPr b="0" spc="-168" sz="8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42937" indent="1346596" defTabSz="2438339">
              <a:lnSpc>
                <a:spcPct val="90000"/>
              </a:lnSpc>
              <a:defRPr b="0" spc="-168" sz="8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“Frase celebre”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6" name="Atribución"/>
          <p:cNvSpPr txBox="1"/>
          <p:nvPr>
            <p:ph type="body" sz="quarter" idx="21" hasCustomPrompt="1"/>
          </p:nvPr>
        </p:nvSpPr>
        <p:spPr>
          <a:xfrm>
            <a:off x="6908800" y="8407400"/>
            <a:ext cx="11049000" cy="461059"/>
          </a:xfrm>
          <a:prstGeom prst="rect">
            <a:avLst/>
          </a:prstGeom>
        </p:spPr>
        <p:txBody>
          <a:bodyPr/>
          <a:lstStyle>
            <a:lvl1pPr defTabSz="594360">
              <a:defRPr sz="2304"/>
            </a:lvl1pPr>
          </a:lstStyle>
          <a:p>
            <a:pPr/>
            <a:r>
              <a:t>Atribución</a:t>
            </a:r>
          </a:p>
        </p:txBody>
      </p:sp>
      <p:sp>
        <p:nvSpPr>
          <p:cNvPr id="137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3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to de pasta pappardelle con mantequilla de perejil, avellanas tostadas y queso parmesano rallado"/>
          <p:cNvSpPr/>
          <p:nvPr>
            <p:ph type="pic" sz="half" idx="21"/>
          </p:nvPr>
        </p:nvSpPr>
        <p:spPr>
          <a:xfrm>
            <a:off x="3606800" y="2668758"/>
            <a:ext cx="11165190" cy="837389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Plato de ensalada con arroz frito, huevos duros y palillos"/>
          <p:cNvSpPr/>
          <p:nvPr>
            <p:ph type="pic" sz="quarter" idx="22"/>
          </p:nvPr>
        </p:nvSpPr>
        <p:spPr>
          <a:xfrm>
            <a:off x="12287250" y="2273300"/>
            <a:ext cx="5740400" cy="459232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Tazón con tortas de salmón, ensalada y hummus"/>
          <p:cNvSpPr/>
          <p:nvPr>
            <p:ph type="pic" sz="half" idx="23"/>
          </p:nvPr>
        </p:nvSpPr>
        <p:spPr>
          <a:xfrm>
            <a:off x="10674350" y="4730613"/>
            <a:ext cx="7937500" cy="923827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to de ensalada con arroz frito, huevos duros y palillos"/>
          <p:cNvSpPr/>
          <p:nvPr>
            <p:ph type="pic" idx="21"/>
          </p:nvPr>
        </p:nvSpPr>
        <p:spPr>
          <a:xfrm>
            <a:off x="4673600" y="927100"/>
            <a:ext cx="14427200" cy="1154176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Número de diapositiva"/>
          <p:cNvSpPr txBox="1"/>
          <p:nvPr>
            <p:ph type="sldNum" sz="quarter" idx="2"/>
          </p:nvPr>
        </p:nvSpPr>
        <p:spPr>
          <a:xfrm>
            <a:off x="12018484" y="11164366"/>
            <a:ext cx="340259" cy="3245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de presentación"/>
          <p:cNvSpPr txBox="1"/>
          <p:nvPr>
            <p:ph type="title" hasCustomPrompt="1"/>
          </p:nvPr>
        </p:nvSpPr>
        <p:spPr>
          <a:xfrm>
            <a:off x="6388100" y="3835400"/>
            <a:ext cx="11609057" cy="330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b">
            <a:normAutofit fontScale="100000" lnSpcReduction="0"/>
          </a:bodyPr>
          <a:lstStyle/>
          <a:p>
            <a:pPr/>
            <a:r>
              <a:t>Título de presentación</a:t>
            </a:r>
          </a:p>
        </p:txBody>
      </p:sp>
      <p:sp>
        <p:nvSpPr>
          <p:cNvPr id="3" name="Nivel de texto 1…"/>
          <p:cNvSpPr txBox="1"/>
          <p:nvPr>
            <p:ph type="body" idx="1" hasCustomPrompt="1"/>
          </p:nvPr>
        </p:nvSpPr>
        <p:spPr>
          <a:xfrm>
            <a:off x="6388100" y="7086600"/>
            <a:ext cx="11607800" cy="1456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Subtítulo de presentación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Número de diapositiva"/>
          <p:cNvSpPr txBox="1"/>
          <p:nvPr>
            <p:ph type="sldNum" sz="quarter" idx="2"/>
          </p:nvPr>
        </p:nvSpPr>
        <p:spPr>
          <a:xfrm>
            <a:off x="12021870" y="11164366"/>
            <a:ext cx="340260" cy="324512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6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28" strike="noStrike" sz="114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28" strike="noStrike" sz="114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28" strike="noStrike" sz="114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28" strike="noStrike" sz="114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28" strike="noStrike" sz="114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28" strike="noStrike" sz="114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28" strike="noStrike" sz="114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28" strike="noStrike" sz="114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9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28" strike="noStrike" sz="114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7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8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9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0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2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3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5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8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9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0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2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3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4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deck-01.png" descr="deck-0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deck-02.png" descr="deck-0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deck-03.png" descr="deck-0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deck-04.png" descr="deck-0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deck-05.png" descr="deck-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deck-06.png" descr="deck-0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deck-07.png" descr="deck-0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deck-08.png" descr="deck-08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deck-09.png" descr="deck-09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deck-10.png" descr="deck-1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deck-11.png" descr="deck-1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deck-12.png" descr="deck-1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deck-13.png" descr="deck-1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deck-14.png" descr="deck-1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deck-15.png" descr="deck-1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deck-16.png" descr="deck-1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deck-17.png" descr="deck-1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deck-18.png" descr="deck-18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deck-19.png" descr="deck-19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deck-20.png" descr="deck-2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deck-21.png" descr="deck-2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deck-22.png" descr="deck-2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deck-23.png" descr="deck-2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deck-24.png" descr="deck-2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deck-25.png" descr="deck-2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9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2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9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2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