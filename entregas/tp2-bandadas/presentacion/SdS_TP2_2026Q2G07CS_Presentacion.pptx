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y fecha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y fecha</a:t>
            </a:r>
          </a:p>
        </p:txBody>
      </p:sp>
      <p:sp>
        <p:nvSpPr>
          <p:cNvPr id="12" name="Título de presentació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Título de presentación</a:t>
            </a:r>
          </a:p>
        </p:txBody>
      </p:sp>
      <p:sp>
        <p:nvSpPr>
          <p:cNvPr id="13" name="Nivel de texto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Subtítulo de presentación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guacates y limon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ítulo de presentació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Título de presentación</a:t>
            </a:r>
          </a:p>
        </p:txBody>
      </p:sp>
      <p:sp>
        <p:nvSpPr>
          <p:cNvPr id="23" name="Autor y fecha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y fecha</a:t>
            </a:r>
          </a:p>
        </p:txBody>
      </p:sp>
      <p:sp>
        <p:nvSpPr>
          <p:cNvPr id="24" name="Nivel de texto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Subtítulo de presentación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foto altern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azón con tortas de salmón, ensalada y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ítulo de diapositiva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Título de diapositiva</a:t>
            </a:r>
          </a:p>
        </p:txBody>
      </p:sp>
      <p:sp>
        <p:nvSpPr>
          <p:cNvPr id="34" name="Nivel de texto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Subtítulo de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úmero de diapositiva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ítulo de diapositiva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de diapositiva</a:t>
            </a:r>
          </a:p>
        </p:txBody>
      </p:sp>
      <p:sp>
        <p:nvSpPr>
          <p:cNvPr id="43" name="Subtítulo de diapositiva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diapositiva</a:t>
            </a:r>
          </a:p>
        </p:txBody>
      </p:sp>
      <p:sp>
        <p:nvSpPr>
          <p:cNvPr id="44" name="Nivel de texto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en viñeta de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ivel de texto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Texto en viñeta de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ubtítulo de diapositiva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diapositiva</a:t>
            </a:r>
          </a:p>
        </p:txBody>
      </p:sp>
      <p:sp>
        <p:nvSpPr>
          <p:cNvPr id="61" name="Nivel de texto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Texto en viñeta de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Plato de pasta pappardelle con mantequilla de perejil, avellanas tostadas y queso parmesano rallado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ítulo de diapositiva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diapositiva</a:t>
            </a:r>
          </a:p>
        </p:txBody>
      </p:sp>
      <p:sp>
        <p:nvSpPr>
          <p:cNvPr id="6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vide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ubtítulo de diapositiva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diapositiva</a:t>
            </a:r>
          </a:p>
        </p:txBody>
      </p:sp>
      <p:sp>
        <p:nvSpPr>
          <p:cNvPr id="72" name="Nivel de texto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Texto en viñeta de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Título de diapositiva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diapositiva</a:t>
            </a:r>
          </a:p>
        </p:txBody>
      </p:sp>
      <p:sp>
        <p:nvSpPr>
          <p:cNvPr id="7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vide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ítulo de diapositiva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diapositiva</a:t>
            </a:r>
          </a:p>
        </p:txBody>
      </p:sp>
      <p:sp>
        <p:nvSpPr>
          <p:cNvPr id="82" name="Nivel de texto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Texto en viñeta de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Título de diapositiva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diapositiva</a:t>
            </a:r>
          </a:p>
        </p:txBody>
      </p:sp>
      <p:sp>
        <p:nvSpPr>
          <p:cNvPr id="8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ítulo de sección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Título de sección</a:t>
            </a:r>
          </a:p>
        </p:txBody>
      </p:sp>
      <p:sp>
        <p:nvSpPr>
          <p:cNvPr id="92" name="Número de diapositiva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ó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ítulo de diapositiva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Título de diapositiva</a:t>
            </a:r>
          </a:p>
        </p:txBody>
      </p:sp>
      <p:sp>
        <p:nvSpPr>
          <p:cNvPr id="100" name="Subtítulo de diapositiva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diapositiva</a:t>
            </a:r>
          </a:p>
        </p:txBody>
      </p:sp>
      <p:sp>
        <p:nvSpPr>
          <p:cNvPr id="10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ítulo de agenda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agenda</a:t>
            </a:r>
          </a:p>
        </p:txBody>
      </p:sp>
      <p:sp>
        <p:nvSpPr>
          <p:cNvPr id="109" name="Subtítulo de agenda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agenda</a:t>
            </a:r>
          </a:p>
        </p:txBody>
      </p:sp>
      <p:sp>
        <p:nvSpPr>
          <p:cNvPr id="110" name="Nivel de texto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Temas de agenda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cl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Nivel de texto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Declaración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at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Nivel de texto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Información del dato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Información del dato</a:t>
            </a:r>
          </a:p>
        </p:txBody>
      </p:sp>
      <p:sp>
        <p:nvSpPr>
          <p:cNvPr id="12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ribució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Atribución</a:t>
            </a:r>
          </a:p>
        </p:txBody>
      </p:sp>
      <p:sp>
        <p:nvSpPr>
          <p:cNvPr id="136" name="Nivel de texto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“Frase celebre”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to de ensalada con arroz frito, huevos duros y palillo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Tazón con tortas de salmón, ensalada y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Plato de pasta pappardelle con mantequilla de perejil, avellanas tostadas y queso parmesano rallado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azón de ensalada con arroz frito, huevos cocidos y palillo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de diapositiva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Título de diapositiva</a:t>
            </a:r>
          </a:p>
        </p:txBody>
      </p:sp>
      <p:sp>
        <p:nvSpPr>
          <p:cNvPr id="3" name="Nivel de texto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Texto en viñeta de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2" name="slide-01.png" descr="slide-0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5" name="slide-02.png" descr="slide-0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8" name="slide-03.png" descr="slide-0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1" name="slide-04.png" descr="slide-0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4" name="slide-05.png" descr="slide-0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7" name="slide-06.png" descr="slide-0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0" name="slide-07.png" descr="slide-0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3" name="slide-08.png" descr="slide-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6" name="slide-09.png" descr="slide-0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9" name="slide-10.png" descr="slide-1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2" name="slide-11.png" descr="slide-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5" name="slide-12.png" descr="slide-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8" name="slide-13.png" descr="slide-1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1" name="slide-14.png" descr="slide-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4" name="slide-15.png" descr="slide-1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7" name="slide-16.png" descr="slide-1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0" name="slide-17.png" descr="slide-1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3" name="slide-18.png" descr="slide-1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6" name="slide-19.png" descr="slide-1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9" name="slide-20.png" descr="slide-2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32" name="slide-21.png" descr="slide-2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35" name="slide-22.png" descr="slide-2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38" name="slide-23.png" descr="slide-2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Autor y fecha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41" name="slide-24.png" descr="slide-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