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 b="def" i="def"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 b="def" i="def"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r y fecha"/>
          <p:cNvSpPr txBox="1"/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y fecha</a:t>
            </a:r>
          </a:p>
        </p:txBody>
      </p:sp>
      <p:sp>
        <p:nvSpPr>
          <p:cNvPr id="12" name="Título de presentación"/>
          <p:cNvSpPr txBox="1"/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Título de presentación</a:t>
            </a:r>
          </a:p>
        </p:txBody>
      </p:sp>
      <p:sp>
        <p:nvSpPr>
          <p:cNvPr id="13" name="Nivel de texto 1…"/>
          <p:cNvSpPr txBox="1"/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Subtítulo de presentación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4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Aguacates y limones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2" name="Título de presentación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Título de presentación</a:t>
            </a:r>
          </a:p>
        </p:txBody>
      </p:sp>
      <p:sp>
        <p:nvSpPr>
          <p:cNvPr id="23" name="Autor y fecha"/>
          <p:cNvSpPr txBox="1"/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Autor y fecha</a:t>
            </a:r>
          </a:p>
        </p:txBody>
      </p:sp>
      <p:sp>
        <p:nvSpPr>
          <p:cNvPr id="24" name="Nivel de texto 1…"/>
          <p:cNvSpPr txBox="1"/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Subtítulo de presentación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foto alterna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azón con tortas de salmón, ensalada y hummus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3" name="Título de diapositiva"/>
          <p:cNvSpPr txBox="1"/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pPr/>
            <a:r>
              <a:t>Título de diapositiva</a:t>
            </a:r>
          </a:p>
        </p:txBody>
      </p:sp>
      <p:sp>
        <p:nvSpPr>
          <p:cNvPr id="34" name="Nivel de texto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Subtítulo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Número de diapositiva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 y 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ítulo de diapositiva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Título de diapositiva</a:t>
            </a:r>
          </a:p>
        </p:txBody>
      </p:sp>
      <p:sp>
        <p:nvSpPr>
          <p:cNvPr id="43" name="Subtítulo de diapositiva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44" name="Nivel de texto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iñ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Nivel de texto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, viñetas y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ubtítulo de diapositiva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61" name="Nivel de texto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2" name="Plato de pasta pappardelle con mantequilla de perejil, avellanas tostadas y queso parmesano rallado"/>
          <p:cNvSpPr/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Título de diapositiva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Título de diapositiva</a:t>
            </a:r>
          </a:p>
        </p:txBody>
      </p:sp>
      <p:sp>
        <p:nvSpPr>
          <p:cNvPr id="64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, viñetas y video pequeñ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ubtítulo de diapositiva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72" name="Nivel de texto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3" name="Título de diapositiva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Título de diapositiva</a:t>
            </a:r>
          </a:p>
        </p:txBody>
      </p:sp>
      <p:sp>
        <p:nvSpPr>
          <p:cNvPr id="74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ítulo, viñetas y video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ubtítulo de diapositiva"/>
          <p:cNvSpPr txBox="1"/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82" name="Nivel de texto 1…"/>
          <p:cNvSpPr txBox="1"/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3" name="Título de diapositiva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Título de diapositiva</a:t>
            </a:r>
          </a:p>
        </p:txBody>
      </p:sp>
      <p:sp>
        <p:nvSpPr>
          <p:cNvPr id="84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ítulo de sección"/>
          <p:cNvSpPr txBox="1"/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Título de sección</a:t>
            </a:r>
          </a:p>
        </p:txBody>
      </p:sp>
      <p:sp>
        <p:nvSpPr>
          <p:cNvPr id="92" name="Número de diapositiva"/>
          <p:cNvSpPr txBox="1"/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ó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ítulo de diapositiva"/>
          <p:cNvSpPr txBox="1"/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pPr/>
            <a:r>
              <a:t>Título de diapositiva</a:t>
            </a:r>
          </a:p>
        </p:txBody>
      </p:sp>
      <p:sp>
        <p:nvSpPr>
          <p:cNvPr id="100" name="Subtítulo de diapositiva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Subtítulo de diapositiva</a:t>
            </a:r>
          </a:p>
        </p:txBody>
      </p:sp>
      <p:sp>
        <p:nvSpPr>
          <p:cNvPr id="101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ítulo de agenda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Título de agenda</a:t>
            </a:r>
          </a:p>
        </p:txBody>
      </p:sp>
      <p:sp>
        <p:nvSpPr>
          <p:cNvPr id="109" name="Subtítulo de agenda"/>
          <p:cNvSpPr txBox="1"/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Subtítulo de agenda</a:t>
            </a:r>
          </a:p>
        </p:txBody>
      </p:sp>
      <p:sp>
        <p:nvSpPr>
          <p:cNvPr id="110" name="Nivel de texto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55" sz="5500"/>
            </a:lvl5pPr>
          </a:lstStyle>
          <a:p>
            <a:pPr/>
            <a:r>
              <a:t>Temas de agenda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1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cl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Nivel de texto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Declaración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ato gra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Nivel de texto 1…"/>
          <p:cNvSpPr txBox="1"/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Información del dato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Información del dato</a:t>
            </a:r>
          </a:p>
        </p:txBody>
      </p:sp>
      <p:sp>
        <p:nvSpPr>
          <p:cNvPr id="128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i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ribución"/>
          <p:cNvSpPr txBox="1"/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3600"/>
            </a:lvl1pPr>
          </a:lstStyle>
          <a:p>
            <a:pPr/>
            <a:r>
              <a:t>Atribución</a:t>
            </a:r>
          </a:p>
        </p:txBody>
      </p:sp>
      <p:sp>
        <p:nvSpPr>
          <p:cNvPr id="136" name="Nivel de texto 1…"/>
          <p:cNvSpPr txBox="1"/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pc="-17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“Frase celebre”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7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3 f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to de ensalada con arroz frito, huevos duros y palillos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5" name="Tazón con tortas de salmón, ensalada y hummus 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6" name="Plato de pasta pappardelle con mantequilla de perejil, avellanas tostadas y queso parmesano rallado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47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azón de ensalada con arroz frito, huevos cocidos y palillos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55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Número de diapositiva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de diapositiva"/>
          <p:cNvSpPr txBox="1"/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Título de diapositiva</a:t>
            </a:r>
          </a:p>
        </p:txBody>
      </p:sp>
      <p:sp>
        <p:nvSpPr>
          <p:cNvPr id="3" name="Nivel de texto 1…"/>
          <p:cNvSpPr txBox="1"/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Texto en viñeta de diapositiva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" name="Número de diapositiva"/>
          <p:cNvSpPr txBox="1"/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0.png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1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3.png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72" name="slide-01.png" descr="slide-0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75" name="slide-02.png" descr="slide-0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78" name="slide-03.png" descr="slide-0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81" name="slide-04.png" descr="slide-0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84" name="slide-05.png" descr="slide-0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87" name="slide-06.png" descr="slide-0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90" name="slide-07.png" descr="slide-0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93" name="slide-08.png" descr="slide-0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96" name="slide-09.png" descr="slide-0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99" name="slide-10.png" descr="slide-1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02" name="slide-11.png" descr="slide-1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05" name="slide-12.png" descr="slide-1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08" name="slide-13.png" descr="slide-1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11" name="slide-14.png" descr="slide-1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14" name="slide-15.png" descr="slide-1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17" name="slide-16.png" descr="slide-1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20" name="slide-17.png" descr="slide-1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23" name="slide-18.png" descr="slide-18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26" name="slide-19.png" descr="slide-1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29" name="slide-20.png" descr="slide-20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32" name="slide-21.png" descr="slide-21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35" name="slide-22.png" descr="slide-22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38" name="slide-23.png" descr="slide-2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Autor y fecha"/>
          <p:cNvSpPr txBox="1"/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41" name="slide-24.png" descr="slide-2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3200" u="none" kumimoji="0" normalizeH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