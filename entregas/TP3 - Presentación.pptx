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0e1bf9228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0e1bf922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0e1bf9228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0e1bf922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0e1bf9228_0_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0e1bf922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0e1bf9228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0e1bf922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0e1bf9228_0_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0e1bf922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0e1bf9228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0e1bf922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0e1bf9228_0_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0e1bf922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0e1bf9228_0_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0e1bf922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0e1bf9228_0_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0e1bf922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0e1bf9228_0_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0e1bf922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0e1bf9228_0_4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0e1bf922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0e1bf9228_0_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0e1bf922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0e1bf9228_0_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0e1bf922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0e1bf9228_0_6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0e1bf922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0e1bf9228_0_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0e1bf922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0e1bf9228_0_6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0e1bf922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0e1bf9228_0_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0e1bf922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0e1bf9228_0_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0e1bf922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0e1bf9228_0_8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0e1bf922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0e1bf9228_0_8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0e1bf922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0e1bf9228_0_8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0e1bf922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0e1bf9228_0_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0e1bf922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0e1bf9228_0_9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0e1bf922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0e1bf9228_0_10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0e1bf922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0e1bf9228_0_10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0e1bf922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hyperlink" Target="http://www.youtube.com/watch?v=mwGB-1hMv7Y" TargetMode="External"/><Relationship Id="rId6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hyperlink" Target="http://www.youtube.com/watch?v=kezvPD0NLVQ" TargetMode="External"/><Relationship Id="rId6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0657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73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65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45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55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52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47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7550"/>
            <a:ext cx="9143999" cy="6873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73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73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54021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52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55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68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47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9075" y="1847925"/>
            <a:ext cx="6825050" cy="341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imación para L=0.03 con N=300 partículas." id="131" name="Google Shape;131;p28" title="Animación L00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78576" y="1688947"/>
            <a:ext cx="6186825" cy="3480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6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47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9075" y="1847925"/>
            <a:ext cx="6825050" cy="341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imación para L=0.09 con N=300 partículas." id="143" name="Google Shape;143;p30" title="Animación L009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40763" y="1718913"/>
            <a:ext cx="6062466" cy="34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47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6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55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6885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6414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6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52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52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